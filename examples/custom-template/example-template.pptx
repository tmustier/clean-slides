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5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"/>
  </p:notesMasterIdLst>
  <p:sldIdLst>
    <p:sldId id="256" r:id="rId2"/>
  </p:sldIdLst>
  <p:sldSz cx="12192000" cy="6858000"/>
  <p:notesSz cx="7315200" cy="96012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Inter" panose="02000503000000020004" pitchFamily="2" charset="0"/>
      <p:regular r:id="rId8"/>
      <p:bold r:id="rId9"/>
      <p:italic r:id="rId10"/>
      <p:boldItalic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  <p:embeddedFont>
      <p:font typeface="Yu Mincho Demibold" panose="02020400000000000000" pitchFamily="18" charset="-128"/>
      <p:regular r:id="rId16"/>
      <p:bold r:id="rId17"/>
    </p:embeddedFont>
  </p:embeddedFontLst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5" autoAdjust="0"/>
    <p:restoredTop sz="94635" autoAdjust="0"/>
  </p:normalViewPr>
  <p:slideViewPr>
    <p:cSldViewPr snapToGrid="0">
      <p:cViewPr varScale="1">
        <p:scale>
          <a:sx n="128" d="100"/>
          <a:sy n="128" d="100"/>
        </p:scale>
        <p:origin x="928" y="168"/>
      </p:cViewPr>
      <p:guideLst/>
    </p:cSldViewPr>
  </p:slideViewPr>
  <p:outlineViewPr>
    <p:cViewPr>
      <p:scale>
        <a:sx n="33" d="100"/>
        <a:sy n="33" d="100"/>
      </p:scale>
      <p:origin x="0" y="-31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43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A3BFE-17F2-A648-BFFB-BC5958CCB0A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32A8B-668D-6144-B0A8-58211A00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9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2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3.emf"/><Relationship Id="rId11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tags" Target="../tags/tag83.xml"/><Relationship Id="rId10" Type="http://schemas.openxmlformats.org/officeDocument/2006/relationships/tags" Target="../tags/tag84.xml"/><Relationship Id="rId11" Type="http://schemas.openxmlformats.org/officeDocument/2006/relationships/tags" Target="../tags/tag85.xml"/><Relationship Id="rId12" Type="http://schemas.openxmlformats.org/officeDocument/2006/relationships/tags" Target="../tags/tag86.xml"/><Relationship Id="rId13" Type="http://schemas.openxmlformats.org/officeDocument/2006/relationships/slideMaster" Target="../slideMasters/slideMaster1.xml"/><Relationship Id="rId14" Type="http://schemas.openxmlformats.org/officeDocument/2006/relationships/image" Target="../media/image5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tags" Target="../tags/tag155.xml"/><Relationship Id="rId9" Type="http://schemas.openxmlformats.org/officeDocument/2006/relationships/tags" Target="../tags/tag156.xml"/><Relationship Id="rId10" Type="http://schemas.openxmlformats.org/officeDocument/2006/relationships/tags" Target="../tags/tag157.xml"/><Relationship Id="rId11" Type="http://schemas.openxmlformats.org/officeDocument/2006/relationships/tags" Target="../tags/tag158.xml"/><Relationship Id="rId12" Type="http://schemas.openxmlformats.org/officeDocument/2006/relationships/tags" Target="../tags/tag159.xml"/><Relationship Id="rId13" Type="http://schemas.openxmlformats.org/officeDocument/2006/relationships/slideMaster" Target="../slideMasters/slideMaster1.xml"/><Relationship Id="rId14" Type="http://schemas.openxmlformats.org/officeDocument/2006/relationships/image" Target="../media/image4.png"/><Relationship Id="rId15" Type="http://schemas.openxmlformats.org/officeDocument/2006/relationships/oleObject" Target="../embeddings/oleObject5.bin"/><Relationship Id="rId16" Type="http://schemas.openxmlformats.org/officeDocument/2006/relationships/image" Target="../media/image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Contrast"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 Dark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" name="Accent Bar"/>
          <p:cNvSpPr/>
          <p:nvPr/>
        </p:nvSpPr>
        <p:spPr>
          <a:xfrm>
            <a:off x="554736" y="594360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3" y="4092562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3" y="2049807"/>
            <a:ext cx="6016752" cy="1921708"/>
          </a:xfrm>
          <a:prstGeom prst="rect">
            <a:avLst/>
          </a:prstGeom>
        </p:spPr>
        <p:txBody>
          <a:bodyPr vert="horz" rIns="0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1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03863"/>
            <a:ext cx="11082528" cy="276999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159B479-15CC-BF02-3602-0364513E3A8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54736" y="1710000"/>
            <a:ext cx="11082528" cy="473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5897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ackground Light"/>
          <p:cNvSpPr>
            <a:spLocks noGrp="1"/>
          </p:cNvSpPr>
          <p:nvPr/>
        </p:nvSpPr>
        <p:spPr>
          <a:xfrm>
            <a:off x="7830313" y="0"/>
            <a:ext cx="436168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1181907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1181907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4738" y="6501671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3"/>
            <a:ext cx="6967728" cy="276999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0"/>
            </p:custDataLst>
          </p:nvPr>
        </p:nvSpPr>
        <p:spPr>
          <a:xfrm>
            <a:off x="8173372" y="75436"/>
            <a:ext cx="3466941" cy="12977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r">
              <a:defRPr sz="800">
                <a:latin typeface="Inter" panose="02000503000000020004" charset="0"/>
                <a:ea typeface="Inter" panose="02000503000000020004" charset="0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FBCA9E8-9F85-8B8A-C48C-5BFBD4BA3122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84EAB71-46AA-878D-F992-8A6FA92261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73371" y="1714001"/>
            <a:ext cx="3465576" cy="4732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FB8C06-FAEA-3560-BCE9-A6CAEFA916A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54736" y="1713999"/>
            <a:ext cx="6967728" cy="4732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34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Background Dark"/>
          <p:cNvSpPr>
            <a:spLocks noGrp="1"/>
          </p:cNvSpPr>
          <p:nvPr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73171" y="1181907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7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903863"/>
            <a:ext cx="5065776" cy="276999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20E8306-064A-4CCE-1158-C9006A757B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8685" y="1714000"/>
            <a:ext cx="5065776" cy="47325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14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AB20FBC6-0879-399B-13C0-B22D83D4F1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4736" y="1714000"/>
            <a:ext cx="5065776" cy="47325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14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5934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54736" y="438912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70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613513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Quote Accent"/>
          <p:cNvSpPr/>
          <p:nvPr/>
        </p:nvSpPr>
        <p:spPr>
          <a:xfrm>
            <a:off x="1188720" y="3474720"/>
            <a:ext cx="36576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505712" y="4284633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06941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7" Type="http://schemas.openxmlformats.org/officeDocument/2006/relationships/slideLayout" Target="../slideLayouts/slideLayout7.xml"/><Relationship Id="rId14" Type="http://schemas.openxmlformats.org/officeDocument/2006/relationships/slideLayout" Target="../slideLayouts/slideLayout14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oleObject" Target="../embeddings/oleObject1.bin"/><Relationship Id="rId5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554736" y="1181907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553972" y="6279031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5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63843E5-293C-A78C-1576-0221468E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17100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59248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80" r:id="rId2"/>
    <p:sldLayoutId id="2147483688" r:id="rId7"/>
    <p:sldLayoutId id="2147483707" r:id="rId14"/>
    <p:sldLayoutId id="2147483683" r:id="rId26"/>
    <p:sldLayoutId id="2147483684" r:id="rId27"/>
  </p:sldLayoutIdLst>
  <p:txStyles>
    <p:titleStyle>
      <a:lvl1pPr algn="l" defTabSz="914354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Rockwell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14000"/>
        </a:lnSpc>
        <a:spcBef>
          <a:spcPts val="500"/>
        </a:spcBef>
        <a:spcAft>
          <a:spcPts val="0"/>
        </a:spcAft>
        <a:buFont typeface="Trebuchet MS"/>
        <a:buChar char="​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1pPr>
      <a:lvl2pPr marL="228589" indent="-225414" algn="l" defTabSz="914354" rtl="0" eaLnBrk="1" latinLnBrk="0" hangingPunct="1">
        <a:lnSpc>
          <a:spcPct val="114000"/>
        </a:lnSpc>
        <a:spcBef>
          <a:spcPts val="251"/>
        </a:spcBef>
        <a:spcAft>
          <a:spcPts val="0"/>
        </a:spcAft>
        <a:buFont typeface="Trebuchet MS"/>
        <a:buChar char="•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2pPr>
      <a:lvl3pPr marL="515914" indent="-287323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Font typeface="Trebuchet MS"/>
        <a:buChar char="—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3pPr>
      <a:lvl4pPr marL="742913" indent="-182554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Font typeface="Trebuchet MS"/>
        <a:buChar char="»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4pPr>
      <a:lvl5pPr marL="914354" indent="-136519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SzPct val="100000"/>
        <a:buFont typeface="Trebuchet MS"/>
        <a:buChar char="›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5pPr>
      <a:lvl6pPr marL="1085797" indent="-171442" algn="l" defTabSz="914354" rtl="0" eaLnBrk="1" latinLnBrk="0" hangingPunct="1">
        <a:lnSpc>
          <a:spcPct val="114000"/>
        </a:lnSpc>
        <a:spcBef>
          <a:spcPts val="0"/>
        </a:spcBef>
        <a:spcAft>
          <a:spcPts val="300"/>
        </a:spcAft>
        <a:buSzPct val="100000"/>
        <a:buFont typeface="Trebuchet MS"/>
        <a:buChar char="◦"/>
        <a:defRPr sz="1600" b="0" kern="1200">
          <a:solidFill>
            <a:schemeClr val="tx1"/>
          </a:solidFill>
          <a:latin typeface="+mn-lt"/>
          <a:ea typeface="+mn-ea"/>
          <a:cs typeface="Trebuchet MS"/>
        </a:defRPr>
      </a:lvl6pPr>
      <a:lvl7pPr marL="914356" indent="0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None/>
        <a:defRPr sz="1600" kern="1200">
          <a:solidFill>
            <a:schemeClr val="tx1"/>
          </a:solidFill>
          <a:latin typeface="Inter" panose="02000503000000020004" pitchFamily="2" charset="0"/>
          <a:ea typeface="Trebuchet MS"/>
          <a:cs typeface="Trebuchet MS"/>
        </a:defRPr>
      </a:lvl7pPr>
      <a:lvl8pPr marL="1085797" indent="-171442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Char char="▫"/>
        <a:defRPr sz="1600" kern="1200">
          <a:solidFill>
            <a:schemeClr val="tx1"/>
          </a:solidFill>
          <a:latin typeface="+mn-lt"/>
          <a:ea typeface="+mn-ea"/>
          <a:cs typeface="Trebuchet MS"/>
        </a:defRPr>
      </a:lvl8pPr>
      <a:lvl9pPr marL="1085797" indent="-171442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Char char="▫"/>
        <a:defRPr sz="1600" kern="1200">
          <a:solidFill>
            <a:schemeClr val="tx1"/>
          </a:solidFill>
          <a:latin typeface="+mn-lt"/>
          <a:ea typeface="+mn-ea"/>
          <a:cs typeface="Trebuchet M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24">
          <p15:clr>
            <a:srgbClr val="5ACBF0"/>
          </p15:clr>
        </p15:guide>
        <p15:guide id="3" orient="horz" pos="5216">
          <p15:clr>
            <a:srgbClr val="5ACBF0"/>
          </p15:clr>
        </p15:guide>
        <p15:guide id="4" orient="horz" pos="1433">
          <p15:clr>
            <a:srgbClr val="F26B43"/>
          </p15:clr>
        </p15:guide>
        <p15:guide id="5" pos="9772">
          <p15:clr>
            <a:srgbClr val="F26B43"/>
          </p15:clr>
        </p15:guide>
        <p15:guide id="6" pos="347">
          <p15:clr>
            <a:srgbClr val="F26B43"/>
          </p15:clr>
        </p15:guide>
        <p15:guide id="8" orient="horz" pos="541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81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Example – Warm Editorial">
  <a:themeElements>
    <a:clrScheme name="Warm Editorial">
      <a:dk1>
        <a:srgbClr val="1C1917"/>
      </a:dk1>
      <a:lt1>
        <a:srgbClr val="FAFAF9"/>
      </a:lt1>
      <a:dk2>
        <a:srgbClr val="57534E"/>
      </a:dk2>
      <a:lt2>
        <a:srgbClr val="E7E5E4"/>
      </a:lt2>
      <a:accent1>
        <a:srgbClr val="C2410C"/>
      </a:accent1>
      <a:accent2>
        <a:srgbClr val="0D9488"/>
      </a:accent2>
      <a:accent3>
        <a:srgbClr val="4F46E5"/>
      </a:accent3>
      <a:accent4>
        <a:srgbClr val="DB2777"/>
      </a:accent4>
      <a:accent5>
        <a:srgbClr val="059669"/>
      </a:accent5>
      <a:accent6>
        <a:srgbClr val="7C3AED"/>
      </a:accent6>
      <a:hlink>
        <a:srgbClr val="C2410C"/>
      </a:hlink>
      <a:folHlink>
        <a:srgbClr val="78716C"/>
      </a:folHlink>
    </a:clrScheme>
    <a:fontScheme name="Warm Editorial">
      <a:majorFont>
        <a:latin typeface="Rockwel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sq">
          <a:noFill/>
          <a:miter lim="800000"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14377">
          <a:lnSpc>
            <a:spcPct val="114000"/>
          </a:lnSpc>
          <a:spcBef>
            <a:spcPts val="500"/>
          </a:spcBef>
          <a:buClrTx/>
          <a:buFont typeface="Segoe UI" panose="020B0502040204020203" pitchFamily="34" charset="0"/>
          <a:buChar char="​"/>
          <a:defRPr sz="1600" kern="1200" dirty="0">
            <a:solidFill>
              <a:schemeClr val="tx1"/>
            </a:solidFill>
            <a:ea typeface="Inter" panose="020B060402020202020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FFFFFF">
            <a:alpha val="0"/>
          </a:srgbClr>
        </a:solidFill>
      </a:spPr>
      <a:bodyPr vert="horz" lIns="0" tIns="0" rIns="0" bIns="0" rtlCol="0" anchor="b" anchorCtr="0">
        <a:noAutofit/>
      </a:bodyPr>
      <a:lstStyle>
        <a:defPPr algn="l">
          <a:buClrTx/>
          <a:defRPr dirty="0" smtClean="0">
            <a:solidFill>
              <a:srgbClr val="0D193B"/>
            </a:solidFill>
          </a:defRPr>
        </a:defPPr>
      </a:lstStyle>
    </a:txDef>
  </a:objectDefaults>
  <a:extraClrSchemeLst>
    <a:extraClrScheme>
      <a:clrScheme name="Scheme White">
        <a:dk1>
          <a:srgbClr val="000000"/>
        </a:dk1>
        <a:lt1>
          <a:srgbClr val="F1F5F9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Clean Slides" id="{E774E0EA-0A1C-424A-9EB8-5D1611877CC6}" vid="{ADA53119-C731-48C6-9931-9DEAE6B837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Georgia</vt:lpstr>
      <vt:lpstr>Segoe UI</vt:lpstr>
      <vt:lpstr>Inter</vt:lpstr>
      <vt:lpstr>Aptos</vt:lpstr>
      <vt:lpstr>Arial</vt:lpstr>
      <vt:lpstr>Yu Mincho Demibold</vt:lpstr>
      <vt:lpstr>Clean Slides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Mustier</dc:creator>
  <cp:lastModifiedBy>Thomas Mustier</cp:lastModifiedBy>
  <cp:revision>402</cp:revision>
  <cp:lastPrinted>2025-07-01T22:35:02Z</cp:lastPrinted>
  <dcterms:created xsi:type="dcterms:W3CDTF">2025-01-29T23:48:17Z</dcterms:created>
  <dcterms:modified xsi:type="dcterms:W3CDTF">2026-02-06T18:44:30Z</dcterms:modified>
</cp:coreProperties>
</file>